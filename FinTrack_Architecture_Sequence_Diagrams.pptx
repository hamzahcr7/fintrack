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11201400" cy="5577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1430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FinTrack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Sequence Diagrams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(React + Vite) -&gt; Backend (Express + TypeScript) -&gt; Data (Prisma + SQLite)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AI10 deterministic-first financial reasoning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3840480" cy="1417320"/>
          </a:xfrm>
          <a:prstGeom prst="roundRect">
            <a:avLst/>
          </a:prstGeom>
          <a:solidFill>
            <a:srgbClr val="0F1C32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4348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snapshot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Date: 2026-09-13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Status: Backend builds, frontend has runway compile gaps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1) App Startup (Frontend + Backend + DB)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Mermaid-compatible sequence flow extracted from current codebase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11201400" cy="5120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276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Diagram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527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sequenceDiagram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U as User Browser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F as React App (Vite)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B as Express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P as Prisma Client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D as SQLite DB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U-&gt;&gt;F: Open app URL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F-&gt;&gt;F: Load App shell + check local token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alt Token exists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F-&gt;&gt;B: GET /api/v1/auth/me (Bearer token)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B-&gt;&gt;P: find user by decoded token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P-&gt;&gt;D: SELECT 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D--&gt;&gt;P: user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P--&gt;&gt;B: user object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B--&gt;&gt;F: 200 Authenticated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No token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F--&gt;&gt;U: Show Login Screen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2) Login + Initial Dashboard Load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Mermaid-compatible sequence flow extracted from current codebase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11201400" cy="5120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276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Diagram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527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sequenceDiagram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U as 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F as Frontend (App + API Client)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B as Backend Controllers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P as Prisma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D as SQLite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U-&gt;&gt;F: Submit username/password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F-&gt;&gt;B: POST /api/v1/auth/login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B-&gt;&gt;P: findFirst(username)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P-&gt;&gt;D: SELECT 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D--&gt;&gt;P: user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B--&gt;&gt;F: token + user profile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F-&gt;&gt;F: Save token in localStorage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 Parallel initial fetch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F-&gt;&gt;B: GET /analytics/dashboard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F-&gt;&gt;B: GET /transactions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F-&gt;&gt;B: GET /categories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F-&gt;&gt;B: GET /accounts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F-&gt;&gt;B: GET /budgets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F-&gt;&gt;B: GET /goals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B-&gt;&gt;P: Domain queries and aggregates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P-&gt;&gt;D: SELECT + aggregate operations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B--&gt;&gt;F: JSON payloads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F--&gt;&gt;U: Render dashboard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3) Transaction Ledger Integrity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Mermaid-compatible sequence flow extracted from current codebase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11201400" cy="5120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276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Diagram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527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sequenceDiagram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U as 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F as Frontend Modal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C as TransactionController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S as TransactionService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R as Repositories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P as Prisma TX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D as SQLite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U-&gt;&gt;F: Save transaction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F-&gt;&gt;C: POST/PUT /api/v1/transactions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C-&gt;&gt;C: Validate request (Zod)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C-&gt;&gt;S: create/update/delete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S-&gt;&gt;P: Begin DB transaction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S-&gt;&gt;R: Resolve accounts/categories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R-&gt;&gt;D: SELECT records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S-&gt;&gt;S: Compute balance deltas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S-&gt;&gt;R: Update account balances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R-&gt;&gt;D: UPDATE balances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S-&gt;&gt;R: Write transaction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R-&gt;&gt;D: INSERT/UPDATE/DELETE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P--&gt;&gt;S: Commit atomically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C--&gt;&gt;F: success 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F--&gt;&gt;U: Toast + refresh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4) Dashboard Analytics Orchestration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Mermaid-compatible sequence flow extracted from current codebase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11201400" cy="5120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276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Diagram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527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sequenceDiagram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F as Frontend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AC as AnalyticsController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AS as AnalyticsService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IS as ProactiveInsightsService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FE as FinancialAnalysisEngine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P as Prisma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D as SQLite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F-&gt;&gt;AC: GET /api/v1/analytics/dashboard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AC-&gt;&gt;AS: getDashboardData()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AS-&gt;&gt;P: accounts + tx + subs + debts queries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P-&gt;&gt;D: aggregates and lists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AS--&gt;&gt;AC: computed dashboard core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AC-&gt;&gt;IS: generateInsights()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IS--&gt;&gt;AC: proactive insights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AC-&gt;&gt;FE: getSpendForecast()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FE--&gt;&gt;AC: forecast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AC--&gt;&gt;F: merged dashboard payload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5) AI10 Query Pipeline (Deterministic First)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Mermaid-compatible sequence flow extracted from current codebase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11201400" cy="5120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276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Diagram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527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sequenceDiagram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U as 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F as Frontend AI Chat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AIC as AIController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AIS as AIAssistantService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FQE as FinancialQueryEngine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TR as FinancialToolRegistry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DB as Prisma/SQLite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LLM as SecureOnlineProvider (Optional)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U-&gt;&gt;F: Ask finance question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F-&gt;&gt;AIC: POST /api/v1/ai/query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AIC-&gt;&gt;AIS: processUserQuery(query)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AIS-&gt;&gt;FQE: tryExecute(query)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alt Deterministic match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FQE-&gt;&gt;TR: execute exact tool(s)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TR-&gt;&gt;DB: fetch verified facts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FQE--&gt;&gt;AIS: direct answer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Planning/reasoning needed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AIS-&gt;&gt;LLM: safe orchestration plan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AIS-&gt;&gt;TR: execute allowlisted tools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TR-&gt;&gt;DB: fetch financial context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AIS-&gt;&gt;LLM: optional reasoning on verified context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AIS--&gt;&gt;AIC: grounded response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AIC--&gt;&gt;F: answer + followups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F--&gt;&gt;U: render response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6) Validation + Error Handling Cross-Cut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Mermaid-compatible sequence flow extracted from current codebase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11201400" cy="5120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6276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Diagram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106527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sequenceDiagram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autonumber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F as Frontend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M as Validate Middleware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C as Controller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participant E as Error Handler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F-&gt;&gt;M: request body/query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alt Validation fails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M-&gt;&gt;E: ValidationError/ZodError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E--&gt;&gt;F: 400 fail + field errors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Passes validation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M-&gt;&gt;C: continue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C--&gt;&gt;F: success response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Current Standing (Architecture Rating)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 based on build checks and code structure review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2743200" cy="1920240"/>
          </a:xfrm>
          <a:prstGeom prst="roundRect">
            <a:avLst/>
          </a:prstGeom>
          <a:solidFill>
            <a:srgbClr val="0A2238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11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7E8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6.8 / 10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AE6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554480"/>
            <a:ext cx="7955280" cy="4572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1828800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Strong domain model and service-repository layering in backend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9080" y="2432304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Good financial integrity logic for account balance updates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9080" y="3035808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AI10 architecture correctly prioritizes deterministic facts before LLM reasoning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9080" y="3639312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Backend TypeScript build passes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69080" y="4242816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Frontend currently fails build in RunwaySimulatorCard due to API/type contract drift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4846320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Auth implementation needs production hardening (token/password strategy)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69080" y="5449824"/>
            <a:ext cx="7406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Very large UI components indicate refactor opportunity for maintainability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FinTrack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FinTrack Architecture - Sequence Diagrams</dc:title>
  <dc:subject>FinTrack architecture sequence diagrams</dc:subject>
  <dc:creator>GitHub Copilot</dc:creator>
  <cp:lastModifiedBy>GitHub Copilot</cp:lastModifiedBy>
  <cp:revision>1</cp:revision>
  <dcterms:created xsi:type="dcterms:W3CDTF">2026-09-13T07:14:14Z</dcterms:created>
  <dcterms:modified xsi:type="dcterms:W3CDTF">2026-09-13T07:14:14Z</dcterms:modified>
</cp:coreProperties>
</file>