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0080"/>
            <a:ext cx="11201400" cy="55778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05156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FinTrack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Sequence Diagrams (Visual)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48716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These are rendered as actual PowerPoint shapes/arrows so diagrams are always visible.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FinTrack Architecture | 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0) Master Backend Request Lifecycle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Exact end-to-end API flow from user action to database and back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11201400" cy="5212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8872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77365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04797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417445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0609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3352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 API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4617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34815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62247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Middleware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874895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6354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9097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10362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92265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19697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332345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2099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4842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Repository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56107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9715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77147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Prisma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9789795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37844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0587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101852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88720" y="2203704"/>
            <a:ext cx="1228725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1207008" y="2075688"/>
            <a:ext cx="14630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Action (login/view/save)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2417445" y="2587752"/>
            <a:ext cx="1228725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2435733" y="2459736"/>
            <a:ext cx="14630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HTTP request (/api/v1/*)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646170" y="2971800"/>
            <a:ext cx="1228725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3664458" y="2843784"/>
            <a:ext cx="14630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Parse + validate request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874895" y="3355848"/>
            <a:ext cx="1228725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4893183" y="3227832"/>
            <a:ext cx="14630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Valid request forwarded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6103620" y="3739896"/>
            <a:ext cx="1228725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6121908" y="3611880"/>
            <a:ext cx="14630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Call business logic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7332345" y="4123944"/>
            <a:ext cx="1228725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7350633" y="3995928"/>
            <a:ext cx="14630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Request data operation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8561070" y="4507992"/>
            <a:ext cx="1228725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8579358" y="4379976"/>
            <a:ext cx="14630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ORM query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9789795" y="4892040"/>
            <a:ext cx="1228725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48" name="Text 46"/>
          <p:cNvSpPr/>
          <p:nvPr/>
        </p:nvSpPr>
        <p:spPr>
          <a:xfrm>
            <a:off x="9808083" y="4764024"/>
            <a:ext cx="14630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 SQL read/write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9789795" y="5276088"/>
            <a:ext cx="1228725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50" name="Text 48"/>
          <p:cNvSpPr/>
          <p:nvPr/>
        </p:nvSpPr>
        <p:spPr>
          <a:xfrm>
            <a:off x="9808083" y="5148072"/>
            <a:ext cx="14630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 Result rows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8561070" y="5660136"/>
            <a:ext cx="1228725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52" name="Text 50"/>
          <p:cNvSpPr/>
          <p:nvPr/>
        </p:nvSpPr>
        <p:spPr>
          <a:xfrm>
            <a:off x="8579358" y="5532120"/>
            <a:ext cx="14630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 Mapped objects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7332345" y="6044184"/>
            <a:ext cx="1228725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54" name="Text 52"/>
          <p:cNvSpPr/>
          <p:nvPr/>
        </p:nvSpPr>
        <p:spPr>
          <a:xfrm>
            <a:off x="7350633" y="5916168"/>
            <a:ext cx="14630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11. Domain data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103620" y="6428232"/>
            <a:ext cx="1228725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56" name="Text 54"/>
          <p:cNvSpPr/>
          <p:nvPr/>
        </p:nvSpPr>
        <p:spPr>
          <a:xfrm>
            <a:off x="6121908" y="6300216"/>
            <a:ext cx="14630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12. Final response payload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3646170" y="6812280"/>
            <a:ext cx="245745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58" name="Text 56"/>
          <p:cNvSpPr/>
          <p:nvPr/>
        </p:nvSpPr>
        <p:spPr>
          <a:xfrm>
            <a:off x="3664458" y="6684264"/>
            <a:ext cx="242087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13. Status + JSON body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2417445" y="7196328"/>
            <a:ext cx="1228725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60" name="Text 58"/>
          <p:cNvSpPr/>
          <p:nvPr/>
        </p:nvSpPr>
        <p:spPr>
          <a:xfrm>
            <a:off x="2435733" y="7068312"/>
            <a:ext cx="14630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14. HTTP response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1188720" y="7580376"/>
            <a:ext cx="1228725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62" name="Text 60"/>
          <p:cNvSpPr/>
          <p:nvPr/>
        </p:nvSpPr>
        <p:spPr>
          <a:xfrm>
            <a:off x="1207008" y="7452360"/>
            <a:ext cx="14630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15. Updated UI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FinTrack Architecture |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1) App Startup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+ Backend + Prisma + SQLite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11201400" cy="5212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8872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0609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3352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App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4617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6354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9097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 API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10362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2099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4842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Prisma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56107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7844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0587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101852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88720" y="2203704"/>
            <a:ext cx="245745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207008" y="2075688"/>
            <a:ext cx="242087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Open application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682746" y="2532888"/>
            <a:ext cx="411480" cy="164592"/>
          </a:xfrm>
          <a:prstGeom prst="roundRect">
            <a:avLst/>
          </a:prstGeom>
          <a:solidFill>
            <a:srgbClr val="0B1220">
              <a:alpha val="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49090" y="2523744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Load shell + check token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67512" y="2852928"/>
            <a:ext cx="10872216" cy="1152144"/>
          </a:xfrm>
          <a:prstGeom prst="roundRect">
            <a:avLst/>
          </a:prstGeom>
          <a:solidFill>
            <a:srgbClr val="0E1A2A">
              <a:alpha val="6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0664" y="2889504"/>
            <a:ext cx="10652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ALT: Token exists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646170" y="3063240"/>
            <a:ext cx="245745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3664458" y="2935224"/>
            <a:ext cx="242087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GET /api/v1/auth/me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103620" y="3447288"/>
            <a:ext cx="245745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6121908" y="3319272"/>
            <a:ext cx="242087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Find user from token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8561070" y="3831336"/>
            <a:ext cx="245745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8579358" y="3703320"/>
            <a:ext cx="242087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SELECT user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8561070" y="4215384"/>
            <a:ext cx="245745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34" name="Text 32"/>
          <p:cNvSpPr/>
          <p:nvPr/>
        </p:nvSpPr>
        <p:spPr>
          <a:xfrm>
            <a:off x="8579358" y="4087368"/>
            <a:ext cx="242087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User row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103620" y="4599432"/>
            <a:ext cx="245745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36" name="Text 34"/>
          <p:cNvSpPr/>
          <p:nvPr/>
        </p:nvSpPr>
        <p:spPr>
          <a:xfrm>
            <a:off x="6121908" y="4471416"/>
            <a:ext cx="242087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 User object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646170" y="4983480"/>
            <a:ext cx="245745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38" name="Text 36"/>
          <p:cNvSpPr/>
          <p:nvPr/>
        </p:nvSpPr>
        <p:spPr>
          <a:xfrm>
            <a:off x="3664458" y="4855464"/>
            <a:ext cx="242087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 200 authenticated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667512" y="5248656"/>
            <a:ext cx="10872216" cy="384048"/>
          </a:xfrm>
          <a:prstGeom prst="roundRect">
            <a:avLst/>
          </a:prstGeom>
          <a:solidFill>
            <a:srgbClr val="2A190E">
              <a:alpha val="65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0664" y="5285232"/>
            <a:ext cx="10652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ALT: No token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188720" y="5458968"/>
            <a:ext cx="245745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headEnd type="triangle"/>
            <a:tailEnd type="none"/>
          </a:ln>
        </p:spPr>
      </p:sp>
      <p:sp>
        <p:nvSpPr>
          <p:cNvPr id="42" name="Text 40"/>
          <p:cNvSpPr/>
          <p:nvPr/>
        </p:nvSpPr>
        <p:spPr>
          <a:xfrm>
            <a:off x="1207008" y="5330952"/>
            <a:ext cx="242087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11. Show login screen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FinTrack Architecture |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2) Login + Initial Dashboard Load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Parallel fetch after authentication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11201400" cy="5212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8872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0609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3352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4617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6354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9097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10362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2099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4842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Prisma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56107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7844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0587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101852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88720" y="2203704"/>
            <a:ext cx="245745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207008" y="2075688"/>
            <a:ext cx="242087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Submit credentials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646170" y="2587752"/>
            <a:ext cx="245745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3664458" y="2459736"/>
            <a:ext cx="242087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POST /api/v1/auth/login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103620" y="2971800"/>
            <a:ext cx="245745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6121908" y="2843784"/>
            <a:ext cx="242087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findFirst(username)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8561070" y="3355848"/>
            <a:ext cx="245745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8579358" y="3227832"/>
            <a:ext cx="242087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SELECT user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8561070" y="3739896"/>
            <a:ext cx="245745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30" name="Text 28"/>
          <p:cNvSpPr/>
          <p:nvPr/>
        </p:nvSpPr>
        <p:spPr>
          <a:xfrm>
            <a:off x="8579358" y="3611880"/>
            <a:ext cx="242087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User row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3646170" y="4123944"/>
            <a:ext cx="245745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32" name="Text 30"/>
          <p:cNvSpPr/>
          <p:nvPr/>
        </p:nvSpPr>
        <p:spPr>
          <a:xfrm>
            <a:off x="3664458" y="3995928"/>
            <a:ext cx="242087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Return token + profile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731520" y="4434840"/>
            <a:ext cx="10744200" cy="228600"/>
          </a:xfrm>
          <a:prstGeom prst="roundRect">
            <a:avLst/>
          </a:prstGeom>
          <a:solidFill>
            <a:srgbClr val="0F172A">
              <a:alpha val="7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4471416"/>
            <a:ext cx="10561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Frontend stores token in localStorage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67512" y="4773168"/>
            <a:ext cx="10872216" cy="768096"/>
          </a:xfrm>
          <a:prstGeom prst="roundRect">
            <a:avLst/>
          </a:prstGeom>
          <a:solidFill>
            <a:srgbClr val="0E1A2A">
              <a:alpha val="6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0664" y="4809744"/>
            <a:ext cx="10652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PAR: Initial data fetch (dashboard, tx, categories, accounts, budgets, goals)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646170" y="4983480"/>
            <a:ext cx="245745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3664458" y="4855464"/>
            <a:ext cx="242087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 GET multiple endpoints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6103620" y="5367528"/>
            <a:ext cx="245745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6121908" y="5239512"/>
            <a:ext cx="242087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 Run domain queries + aggregates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8561070" y="5751576"/>
            <a:ext cx="245745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8579358" y="5623560"/>
            <a:ext cx="242087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11. SELECT + aggregate operations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3646170" y="6135624"/>
            <a:ext cx="245745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44" name="Text 42"/>
          <p:cNvSpPr/>
          <p:nvPr/>
        </p:nvSpPr>
        <p:spPr>
          <a:xfrm>
            <a:off x="3664458" y="6007608"/>
            <a:ext cx="242087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12. Return JSON payloads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188720" y="6519672"/>
            <a:ext cx="245745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46" name="Text 44"/>
          <p:cNvSpPr/>
          <p:nvPr/>
        </p:nvSpPr>
        <p:spPr>
          <a:xfrm>
            <a:off x="1207008" y="6391656"/>
            <a:ext cx="242087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13. Render dashboard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FinTrack Architecture |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3) Transaction Ledger Integrity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Atomic balance-safe financial writes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11201400" cy="5212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8872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4203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15468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0799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12064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08660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3991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05256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37844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0587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101852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88720" y="2203704"/>
            <a:ext cx="196596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1207008" y="2075688"/>
            <a:ext cx="192938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Save transaction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154680" y="2587752"/>
            <a:ext cx="196596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3172968" y="2459736"/>
            <a:ext cx="192938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POST/PUT /transactions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157216" y="2916936"/>
            <a:ext cx="411480" cy="164592"/>
          </a:xfrm>
          <a:prstGeom prst="roundRect">
            <a:avLst/>
          </a:prstGeom>
          <a:solidFill>
            <a:srgbClr val="0B1220">
              <a:alpha val="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23560" y="2907792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Validate request (Zod)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120640" y="3355848"/>
            <a:ext cx="196596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5138928" y="3227832"/>
            <a:ext cx="192938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Invoke create/update/delete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667512" y="3621024"/>
            <a:ext cx="10872216" cy="768096"/>
          </a:xfrm>
          <a:prstGeom prst="roundRect">
            <a:avLst/>
          </a:prstGeom>
          <a:solidFill>
            <a:srgbClr val="0E1A2A">
              <a:alpha val="6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0664" y="3657600"/>
            <a:ext cx="10652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 TX: Revert old deltas (update) + apply new deltas + write record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086600" y="3831336"/>
            <a:ext cx="196596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7104888" y="3703320"/>
            <a:ext cx="192938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Load account/category references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9052560" y="4215384"/>
            <a:ext cx="196596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9070848" y="4087368"/>
            <a:ext cx="192938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SELECT records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7123176" y="4544568"/>
            <a:ext cx="411480" cy="164592"/>
          </a:xfrm>
          <a:prstGeom prst="roundRect">
            <a:avLst/>
          </a:prstGeom>
          <a:solidFill>
            <a:srgbClr val="0B1220">
              <a:alpha val="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0" y="4535424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 Compute INCOME/EXPENSE/TRANSFER deltas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7086600" y="4983480"/>
            <a:ext cx="196596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7104888" y="4855464"/>
            <a:ext cx="192938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 Update account balances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9052560" y="5367528"/>
            <a:ext cx="196596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9070848" y="5239512"/>
            <a:ext cx="192938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 UPDATE balances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7086600" y="5751576"/>
            <a:ext cx="196596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45" name="Text 43"/>
          <p:cNvSpPr/>
          <p:nvPr/>
        </p:nvSpPr>
        <p:spPr>
          <a:xfrm>
            <a:off x="7104888" y="5623560"/>
            <a:ext cx="192938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11. Write transaction row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9052560" y="6135624"/>
            <a:ext cx="196596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9070848" y="6007608"/>
            <a:ext cx="192938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12. INSERT/UPDATE/DELETE transaction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3154680" y="6519672"/>
            <a:ext cx="196596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49" name="Text 47"/>
          <p:cNvSpPr/>
          <p:nvPr/>
        </p:nvSpPr>
        <p:spPr>
          <a:xfrm>
            <a:off x="3172968" y="6391656"/>
            <a:ext cx="192938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13. Success response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1188720" y="6903720"/>
            <a:ext cx="196596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51" name="Text 49"/>
          <p:cNvSpPr/>
          <p:nvPr/>
        </p:nvSpPr>
        <p:spPr>
          <a:xfrm>
            <a:off x="1207008" y="6775704"/>
            <a:ext cx="192938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14. Toast + refresh view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FinTrack Architecture |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4) Dashboard Analytics Orchestration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Controller merges analytics + insights + forecast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11201400" cy="5212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8872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4203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AnalyticsCtrl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15468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0799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AnalyticsSvc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12064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InsightsSvc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08660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3991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ForecastEng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05256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37844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0587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101852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88720" y="2203704"/>
            <a:ext cx="196596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1207008" y="2075688"/>
            <a:ext cx="192938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GET /api/v1/analytics/dashboard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154680" y="2587752"/>
            <a:ext cx="196596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3172968" y="2459736"/>
            <a:ext cx="192938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getDashboardData()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120640" y="2971800"/>
            <a:ext cx="589788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5138928" y="2843784"/>
            <a:ext cx="586130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Accounts/Tx/Subs/Debts queries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120640" y="3355848"/>
            <a:ext cx="589788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31" name="Text 29"/>
          <p:cNvSpPr/>
          <p:nvPr/>
        </p:nvSpPr>
        <p:spPr>
          <a:xfrm>
            <a:off x="5138928" y="3227832"/>
            <a:ext cx="586130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Raw result sets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3154680" y="3739896"/>
            <a:ext cx="196596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33" name="Text 31"/>
          <p:cNvSpPr/>
          <p:nvPr/>
        </p:nvSpPr>
        <p:spPr>
          <a:xfrm>
            <a:off x="3172968" y="3611880"/>
            <a:ext cx="192938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Computed dashboard core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3154680" y="4123944"/>
            <a:ext cx="393192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3172968" y="3995928"/>
            <a:ext cx="389534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generateInsights()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154680" y="4507992"/>
            <a:ext cx="393192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37" name="Text 35"/>
          <p:cNvSpPr/>
          <p:nvPr/>
        </p:nvSpPr>
        <p:spPr>
          <a:xfrm>
            <a:off x="3172968" y="4379976"/>
            <a:ext cx="389534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Proactive insights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154680" y="4892040"/>
            <a:ext cx="589788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3172968" y="4764024"/>
            <a:ext cx="586130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 getSpendForecast()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3154680" y="5276088"/>
            <a:ext cx="589788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41" name="Text 39"/>
          <p:cNvSpPr/>
          <p:nvPr/>
        </p:nvSpPr>
        <p:spPr>
          <a:xfrm>
            <a:off x="3172968" y="5148072"/>
            <a:ext cx="586130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 Forecast output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188720" y="5660136"/>
            <a:ext cx="196596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43" name="Text 41"/>
          <p:cNvSpPr/>
          <p:nvPr/>
        </p:nvSpPr>
        <p:spPr>
          <a:xfrm>
            <a:off x="1207008" y="5532120"/>
            <a:ext cx="192938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 Merged response payload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FinTrack Architecture |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5) AI10 Query Pipeline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financial facts first, LLM optional second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11201400" cy="5212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8872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4203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Chat UI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15468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0799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Ctrl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12064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Service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08660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3991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 Engine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05256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37844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0587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Provider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101852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88720" y="2203704"/>
            <a:ext cx="196596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1207008" y="2075688"/>
            <a:ext cx="192938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Ask financial question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154680" y="2587752"/>
            <a:ext cx="196596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3172968" y="2459736"/>
            <a:ext cx="192938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POST /api/v1/ai/query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120640" y="2971800"/>
            <a:ext cx="196596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5138928" y="2843784"/>
            <a:ext cx="192938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processUserQuery(query)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086600" y="3355848"/>
            <a:ext cx="196596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7104888" y="3227832"/>
            <a:ext cx="192938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tryExecute(query)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667512" y="3621024"/>
            <a:ext cx="10872216" cy="768096"/>
          </a:xfrm>
          <a:prstGeom prst="roundRect">
            <a:avLst/>
          </a:prstGeom>
          <a:solidFill>
            <a:srgbClr val="0D2218">
              <a:alpha val="65000"/>
            </a:srgbClr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0664" y="3657600"/>
            <a:ext cx="10652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ALT A: Deterministic match -&gt; exact backend tool result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086600" y="3831336"/>
            <a:ext cx="196596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35" name="Text 33"/>
          <p:cNvSpPr/>
          <p:nvPr/>
        </p:nvSpPr>
        <p:spPr>
          <a:xfrm>
            <a:off x="7104888" y="3703320"/>
            <a:ext cx="192938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Direct grounded answer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667512" y="4096512"/>
            <a:ext cx="10872216" cy="768096"/>
          </a:xfrm>
          <a:prstGeom prst="roundRect">
            <a:avLst/>
          </a:prstGeom>
          <a:solidFill>
            <a:srgbClr val="0E1A2A">
              <a:alpha val="6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0664" y="4133088"/>
            <a:ext cx="10652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ALT B: Need reasoning -&gt; provider plan + allowlisted tools + optional explanation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086600" y="4306824"/>
            <a:ext cx="393192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7104888" y="4178808"/>
            <a:ext cx="389534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 Get validated orchestration plan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7086600" y="4690872"/>
            <a:ext cx="393192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41" name="Text 39"/>
          <p:cNvSpPr/>
          <p:nvPr/>
        </p:nvSpPr>
        <p:spPr>
          <a:xfrm>
            <a:off x="7104888" y="4562856"/>
            <a:ext cx="389534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 Plan JSON (validated)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7086600" y="5074920"/>
            <a:ext cx="393192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7104888" y="4946904"/>
            <a:ext cx="389534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 Optional reasoning over verified facts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5120640" y="5458968"/>
            <a:ext cx="196596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45" name="Text 43"/>
          <p:cNvSpPr/>
          <p:nvPr/>
        </p:nvSpPr>
        <p:spPr>
          <a:xfrm>
            <a:off x="5138928" y="5330952"/>
            <a:ext cx="192938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11. Grounded response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3154680" y="5843016"/>
            <a:ext cx="196596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47" name="Text 45"/>
          <p:cNvSpPr/>
          <p:nvPr/>
        </p:nvSpPr>
        <p:spPr>
          <a:xfrm>
            <a:off x="3172968" y="5715000"/>
            <a:ext cx="192938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12. Answer + followups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1188720" y="6227064"/>
            <a:ext cx="196596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49" name="Text 47"/>
          <p:cNvSpPr/>
          <p:nvPr/>
        </p:nvSpPr>
        <p:spPr>
          <a:xfrm>
            <a:off x="1207008" y="6099048"/>
            <a:ext cx="192938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13. Render response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FinTrack Architecture |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6) Validation + Error Handler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Cross-cut request safety path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11201400" cy="5212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8872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2524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5267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Validator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46532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0184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2927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74192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37844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0587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ErrorHandler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101852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88720" y="2203704"/>
            <a:ext cx="327660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207008" y="2075688"/>
            <a:ext cx="324002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Send request body/query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667512" y="2468880"/>
            <a:ext cx="10872216" cy="768096"/>
          </a:xfrm>
          <a:prstGeom prst="roundRect">
            <a:avLst/>
          </a:prstGeom>
          <a:solidFill>
            <a:srgbClr val="2A190E">
              <a:alpha val="65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" y="2505456"/>
            <a:ext cx="10652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ALT: Validation fails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465320" y="2679192"/>
            <a:ext cx="65532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4483608" y="2551176"/>
            <a:ext cx="651662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Throw ValidationError/ZodError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1188720" y="3063240"/>
            <a:ext cx="98298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headEnd type="triangl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1207008" y="2935224"/>
            <a:ext cx="979322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400 with structured field errors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67512" y="3328416"/>
            <a:ext cx="10872216" cy="384048"/>
          </a:xfrm>
          <a:prstGeom prst="roundRect">
            <a:avLst/>
          </a:prstGeom>
          <a:solidFill>
            <a:srgbClr val="0D2218">
              <a:alpha val="65000"/>
            </a:srgbClr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0664" y="3364992"/>
            <a:ext cx="10652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ALT: Validation passes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465320" y="3538728"/>
            <a:ext cx="327660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4483608" y="3410712"/>
            <a:ext cx="324002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Continue route execution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1188720" y="3922776"/>
            <a:ext cx="655320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31" name="Text 29"/>
          <p:cNvSpPr/>
          <p:nvPr/>
        </p:nvSpPr>
        <p:spPr>
          <a:xfrm>
            <a:off x="1207008" y="3794760"/>
            <a:ext cx="651662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Success response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FinTrack Architecture |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Current Standing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quality snapshot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2926080" cy="1828800"/>
          </a:xfrm>
          <a:prstGeom prst="roundRect">
            <a:avLst/>
          </a:prstGeom>
          <a:solidFill>
            <a:srgbClr val="0A2238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0574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7E8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6.8 / 10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023360" y="1737360"/>
            <a:ext cx="731520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Strengths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Layered backend design with good domain separation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Financial integrity logic uses atomic transaction updates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AI10 pipeline prioritizes deterministic facts before LLM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Backend TypeScript build currently passes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risks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Frontend build failing in runway simulator contract mismatch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Auth implementation needs production hardening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Large UI components indicate maintainability risk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FinTrack Architecture | 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FinTrack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FinTrack Architecture Sequence Diagrams (Visual)</dc:title>
  <dc:subject>FinTrack sequence diagrams</dc:subject>
  <dc:creator>GitHub Copilot</dc:creator>
  <cp:lastModifiedBy>GitHub Copilot</cp:lastModifiedBy>
  <cp:revision>1</cp:revision>
  <dcterms:created xsi:type="dcterms:W3CDTF">2026-09-13T07:24:01Z</dcterms:created>
  <dcterms:modified xsi:type="dcterms:W3CDTF">2026-09-13T07:24:01Z</dcterms:modified>
</cp:coreProperties>
</file>