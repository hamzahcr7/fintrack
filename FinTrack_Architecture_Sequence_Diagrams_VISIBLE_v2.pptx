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40080"/>
            <a:ext cx="11201400" cy="5577840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051560"/>
            <a:ext cx="4754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FinTrack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914400" y="1874520"/>
            <a:ext cx="9601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Sequence Diagrams (Visual)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914400" y="2487168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These are rendered as actual PowerPoint shapes/arrows so diagrams are always visible.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0) Master Backend Request Lifecycle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Exact end-to-end API flow from user action to database and back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77736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0479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App.tsx + api/client.ts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41744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createApp (Express)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23481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6224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validateBody/Query + errorHandler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87489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TransactionController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9226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1969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TransactionService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3234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TransactionRepository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49715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77147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PrismaClient (config/prisma.ts)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9789795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88720" y="2203704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4" name="Text 32"/>
          <p:cNvSpPr/>
          <p:nvPr/>
        </p:nvSpPr>
        <p:spPr>
          <a:xfrm>
            <a:off x="1207008" y="207568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Action (login/view/save)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2417445" y="2587752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6" name="Text 34"/>
          <p:cNvSpPr/>
          <p:nvPr/>
        </p:nvSpPr>
        <p:spPr>
          <a:xfrm>
            <a:off x="2435733" y="245973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HTTP request (/api/v1/*)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46170" y="2971800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64458" y="2843784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Parse + validate request (Zod DTOs)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4874895" y="3355848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4893183" y="322783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Valid request forwarded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6103620" y="3739896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6121908" y="361188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Call service method (create/update/get)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7332345" y="4123944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4" name="Text 42"/>
          <p:cNvSpPr/>
          <p:nvPr/>
        </p:nvSpPr>
        <p:spPr>
          <a:xfrm>
            <a:off x="7350633" y="399592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Repository operation (find/create/update)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8561070" y="4507992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6" name="Text 44"/>
          <p:cNvSpPr/>
          <p:nvPr/>
        </p:nvSpPr>
        <p:spPr>
          <a:xfrm>
            <a:off x="8579358" y="437997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ORM query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9789795" y="4892040"/>
            <a:ext cx="1228725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8" name="Text 46"/>
          <p:cNvSpPr/>
          <p:nvPr/>
        </p:nvSpPr>
        <p:spPr>
          <a:xfrm>
            <a:off x="9808083" y="4764024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SQL read/write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9789795" y="5276088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0" name="Text 48"/>
          <p:cNvSpPr/>
          <p:nvPr/>
        </p:nvSpPr>
        <p:spPr>
          <a:xfrm>
            <a:off x="9808083" y="514807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Result rows</a:t>
            </a:r>
            <a:endParaRPr lang="en-US" sz="700" dirty="0"/>
          </a:p>
        </p:txBody>
      </p:sp>
      <p:sp>
        <p:nvSpPr>
          <p:cNvPr id="51" name="Shape 49"/>
          <p:cNvSpPr/>
          <p:nvPr/>
        </p:nvSpPr>
        <p:spPr>
          <a:xfrm>
            <a:off x="8561070" y="5660136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2" name="Text 50"/>
          <p:cNvSpPr/>
          <p:nvPr/>
        </p:nvSpPr>
        <p:spPr>
          <a:xfrm>
            <a:off x="8579358" y="553212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Mapped objects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7332345" y="6044184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4" name="Text 52"/>
          <p:cNvSpPr/>
          <p:nvPr/>
        </p:nvSpPr>
        <p:spPr>
          <a:xfrm>
            <a:off x="7350633" y="5916168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Domain data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6103620" y="6428232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6" name="Text 54"/>
          <p:cNvSpPr/>
          <p:nvPr/>
        </p:nvSpPr>
        <p:spPr>
          <a:xfrm>
            <a:off x="6121908" y="6300216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Final response payload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3646170" y="6812280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8" name="Text 56"/>
          <p:cNvSpPr/>
          <p:nvPr/>
        </p:nvSpPr>
        <p:spPr>
          <a:xfrm>
            <a:off x="3664458" y="66842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Status + JSON body</a:t>
            </a:r>
            <a:endParaRPr lang="en-US" sz="700" dirty="0"/>
          </a:p>
        </p:txBody>
      </p:sp>
      <p:sp>
        <p:nvSpPr>
          <p:cNvPr id="59" name="Shape 57"/>
          <p:cNvSpPr/>
          <p:nvPr/>
        </p:nvSpPr>
        <p:spPr>
          <a:xfrm>
            <a:off x="2417445" y="7196328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60" name="Text 58"/>
          <p:cNvSpPr/>
          <p:nvPr/>
        </p:nvSpPr>
        <p:spPr>
          <a:xfrm>
            <a:off x="2435733" y="7068312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HTTP response</a:t>
            </a:r>
            <a:endParaRPr lang="en-US" sz="700" dirty="0"/>
          </a:p>
        </p:txBody>
      </p:sp>
      <p:sp>
        <p:nvSpPr>
          <p:cNvPr id="61" name="Shape 59"/>
          <p:cNvSpPr/>
          <p:nvPr/>
        </p:nvSpPr>
        <p:spPr>
          <a:xfrm>
            <a:off x="1188720" y="7580376"/>
            <a:ext cx="1228725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62" name="Text 60"/>
          <p:cNvSpPr/>
          <p:nvPr/>
        </p:nvSpPr>
        <p:spPr>
          <a:xfrm>
            <a:off x="1207008" y="7452360"/>
            <a:ext cx="14630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15. Updated UI</a:t>
            </a:r>
            <a:endParaRPr lang="en-US" sz="700" dirty="0"/>
          </a:p>
        </p:txBody>
      </p:sp>
      <p:sp>
        <p:nvSpPr>
          <p:cNvPr id="63" name="Text 61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1) App Startup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+ Backend + Prisma + SQLite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 App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Express API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203704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07008" y="207568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Open application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82746" y="2532888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49090" y="252374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Load shell + check token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67512" y="2852928"/>
            <a:ext cx="10872216" cy="1152144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40664" y="2889504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Token exists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3646170" y="306324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3664458" y="293522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GET /api/v1/auth/me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6103620" y="344728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6121908" y="331927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Find user from token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8561070" y="3831336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2" name="Text 30"/>
          <p:cNvSpPr/>
          <p:nvPr/>
        </p:nvSpPr>
        <p:spPr>
          <a:xfrm>
            <a:off x="8579358" y="370332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SELECT user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8561070" y="421538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4" name="Text 32"/>
          <p:cNvSpPr/>
          <p:nvPr/>
        </p:nvSpPr>
        <p:spPr>
          <a:xfrm>
            <a:off x="8579358" y="408736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User row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103620" y="4599432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6" name="Text 34"/>
          <p:cNvSpPr/>
          <p:nvPr/>
        </p:nvSpPr>
        <p:spPr>
          <a:xfrm>
            <a:off x="6121908" y="447141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User object</a:t>
            </a:r>
            <a:endParaRPr lang="en-US" sz="700" dirty="0"/>
          </a:p>
        </p:txBody>
      </p:sp>
      <p:sp>
        <p:nvSpPr>
          <p:cNvPr id="37" name="Shape 35"/>
          <p:cNvSpPr/>
          <p:nvPr/>
        </p:nvSpPr>
        <p:spPr>
          <a:xfrm>
            <a:off x="3646170" y="4983480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8" name="Text 36"/>
          <p:cNvSpPr/>
          <p:nvPr/>
        </p:nvSpPr>
        <p:spPr>
          <a:xfrm>
            <a:off x="3664458" y="48554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200 authenticated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67512" y="5248656"/>
            <a:ext cx="10872216" cy="384048"/>
          </a:xfrm>
          <a:prstGeom prst="roundRect">
            <a:avLst/>
          </a:prstGeom>
          <a:solidFill>
            <a:srgbClr val="2A190E">
              <a:alpha val="6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40664" y="5285232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No token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1188720" y="5458968"/>
            <a:ext cx="245745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42" name="Text 40"/>
          <p:cNvSpPr/>
          <p:nvPr/>
        </p:nvSpPr>
        <p:spPr>
          <a:xfrm>
            <a:off x="1207008" y="533095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Show login screen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Login + Initial Dashboard Load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Parallel fetch after authentication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0060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335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6461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635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909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61036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2099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4842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Prisma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856107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88720" y="2203704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2" name="Text 20"/>
          <p:cNvSpPr/>
          <p:nvPr/>
        </p:nvSpPr>
        <p:spPr>
          <a:xfrm>
            <a:off x="1207008" y="207568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Submit credentials</a:t>
            </a:r>
            <a:endParaRPr lang="en-US" sz="700" dirty="0"/>
          </a:p>
        </p:txBody>
      </p:sp>
      <p:sp>
        <p:nvSpPr>
          <p:cNvPr id="23" name="Shape 21"/>
          <p:cNvSpPr/>
          <p:nvPr/>
        </p:nvSpPr>
        <p:spPr>
          <a:xfrm>
            <a:off x="3646170" y="2587752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3664458" y="245973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 /api/v1/auth/login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103620" y="297180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6" name="Text 24"/>
          <p:cNvSpPr/>
          <p:nvPr/>
        </p:nvSpPr>
        <p:spPr>
          <a:xfrm>
            <a:off x="6121908" y="284378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findFirst(username)</a:t>
            </a:r>
            <a:endParaRPr lang="en-US" sz="700" dirty="0"/>
          </a:p>
        </p:txBody>
      </p:sp>
      <p:sp>
        <p:nvSpPr>
          <p:cNvPr id="27" name="Shape 25"/>
          <p:cNvSpPr/>
          <p:nvPr/>
        </p:nvSpPr>
        <p:spPr>
          <a:xfrm>
            <a:off x="8561070" y="335584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8579358" y="322783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SELECT user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8561070" y="3739896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0" name="Text 28"/>
          <p:cNvSpPr/>
          <p:nvPr/>
        </p:nvSpPr>
        <p:spPr>
          <a:xfrm>
            <a:off x="8579358" y="361188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User row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3646170" y="412394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2" name="Text 30"/>
          <p:cNvSpPr/>
          <p:nvPr/>
        </p:nvSpPr>
        <p:spPr>
          <a:xfrm>
            <a:off x="3664458" y="399592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Return token + profile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731520" y="4434840"/>
            <a:ext cx="10744200" cy="228600"/>
          </a:xfrm>
          <a:prstGeom prst="roundRect">
            <a:avLst/>
          </a:prstGeom>
          <a:solidFill>
            <a:srgbClr val="0F172A">
              <a:alpha val="70000"/>
            </a:srgbClr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" y="4471416"/>
            <a:ext cx="105613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Frontend stores token in localStorage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667512" y="4773168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0664" y="4809744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PAR: Initial data fetch (dashboard, tx, categories, accounts, budgets, goals)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646170" y="4983480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8" name="Text 36"/>
          <p:cNvSpPr/>
          <p:nvPr/>
        </p:nvSpPr>
        <p:spPr>
          <a:xfrm>
            <a:off x="3664458" y="4855464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GET multiple endpoints</a:t>
            </a:r>
            <a:endParaRPr lang="en-US" sz="700" dirty="0"/>
          </a:p>
        </p:txBody>
      </p:sp>
      <p:sp>
        <p:nvSpPr>
          <p:cNvPr id="39" name="Shape 37"/>
          <p:cNvSpPr/>
          <p:nvPr/>
        </p:nvSpPr>
        <p:spPr>
          <a:xfrm>
            <a:off x="6103620" y="5367528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/>
          <p:nvPr/>
        </p:nvSpPr>
        <p:spPr>
          <a:xfrm>
            <a:off x="6121908" y="5239512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Run domain queries + aggregates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561070" y="5751576"/>
            <a:ext cx="245745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2" name="Text 40"/>
          <p:cNvSpPr/>
          <p:nvPr/>
        </p:nvSpPr>
        <p:spPr>
          <a:xfrm>
            <a:off x="8579358" y="5623560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SELECT + aggregate operations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3646170" y="6135624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4" name="Text 42"/>
          <p:cNvSpPr/>
          <p:nvPr/>
        </p:nvSpPr>
        <p:spPr>
          <a:xfrm>
            <a:off x="3664458" y="6007608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Return JSON payloads</a:t>
            </a:r>
            <a:endParaRPr lang="en-US" sz="700" dirty="0"/>
          </a:p>
        </p:txBody>
      </p:sp>
      <p:sp>
        <p:nvSpPr>
          <p:cNvPr id="45" name="Shape 43"/>
          <p:cNvSpPr/>
          <p:nvPr/>
        </p:nvSpPr>
        <p:spPr>
          <a:xfrm>
            <a:off x="1188720" y="6519672"/>
            <a:ext cx="245745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6" name="Text 44"/>
          <p:cNvSpPr/>
          <p:nvPr/>
        </p:nvSpPr>
        <p:spPr>
          <a:xfrm>
            <a:off x="1207008" y="6391656"/>
            <a:ext cx="242087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Render dashboard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Transaction Ledger Integrity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Atomic balance-safe financial writes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Repository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Save transaction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POST/PUT /transactions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57216" y="2916936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23560" y="2907792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Validate request (Zod)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20640" y="335584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5138928" y="322783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Invoke create/update/delete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7512" y="3621024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3657600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 TX: Revert old deltas (update) + apply new deltas + write record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831336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7104888" y="37033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Load account/category references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9052560" y="421538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7" name="Text 35"/>
          <p:cNvSpPr/>
          <p:nvPr/>
        </p:nvSpPr>
        <p:spPr>
          <a:xfrm>
            <a:off x="9070848" y="408736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SELECT records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7123176" y="4544568"/>
            <a:ext cx="411480" cy="164592"/>
          </a:xfrm>
          <a:prstGeom prst="roundRect">
            <a:avLst/>
          </a:prstGeom>
          <a:solidFill>
            <a:srgbClr val="0B1220">
              <a:alpha val="0"/>
            </a:srgbClr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4535424"/>
            <a:ext cx="20116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Compute INCOME/EXPENSE/TRANSFER deltas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86600" y="4983480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1" name="Text 39"/>
          <p:cNvSpPr/>
          <p:nvPr/>
        </p:nvSpPr>
        <p:spPr>
          <a:xfrm>
            <a:off x="7104888" y="485546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Update account balances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9052560" y="536752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9070848" y="523951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UPDATE balances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7086600" y="5751576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5" name="Text 43"/>
          <p:cNvSpPr/>
          <p:nvPr/>
        </p:nvSpPr>
        <p:spPr>
          <a:xfrm>
            <a:off x="7104888" y="562356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Write transaction row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9052560" y="613562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7" name="Text 45"/>
          <p:cNvSpPr/>
          <p:nvPr/>
        </p:nvSpPr>
        <p:spPr>
          <a:xfrm>
            <a:off x="9070848" y="600760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INSERT/UPDATE/DELETE transaction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3154680" y="6519672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3172968" y="639165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Success response</a:t>
            </a:r>
            <a:endParaRPr lang="en-US" sz="700" dirty="0"/>
          </a:p>
        </p:txBody>
      </p:sp>
      <p:sp>
        <p:nvSpPr>
          <p:cNvPr id="50" name="Shape 48"/>
          <p:cNvSpPr/>
          <p:nvPr/>
        </p:nvSpPr>
        <p:spPr>
          <a:xfrm>
            <a:off x="1188720" y="6903720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51" name="Text 49"/>
          <p:cNvSpPr/>
          <p:nvPr/>
        </p:nvSpPr>
        <p:spPr>
          <a:xfrm>
            <a:off x="1207008" y="677570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14. Toast + refresh view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Dashboard Analytics Orchestration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 merges analytics + insights + forecast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AnalyticsCtrl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AnalyticsSvc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InsightsSvc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ForecastEng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SQLite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GET /api/v1/analytics/dashboard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getDashboardData()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2971800"/>
            <a:ext cx="5897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38928" y="2843784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Accounts/Tx/Subs/Debts queries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5120640" y="3355848"/>
            <a:ext cx="5897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5138928" y="3227832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Raw result sets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3154680" y="373989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3" name="Text 31"/>
          <p:cNvSpPr/>
          <p:nvPr/>
        </p:nvSpPr>
        <p:spPr>
          <a:xfrm>
            <a:off x="3172968" y="361188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5. Computed dashboard core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3154680" y="4123944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5" name="Text 33"/>
          <p:cNvSpPr/>
          <p:nvPr/>
        </p:nvSpPr>
        <p:spPr>
          <a:xfrm>
            <a:off x="3172968" y="3995928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generateInsights()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3154680" y="4507992"/>
            <a:ext cx="39319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7" name="Text 35"/>
          <p:cNvSpPr/>
          <p:nvPr/>
        </p:nvSpPr>
        <p:spPr>
          <a:xfrm>
            <a:off x="3172968" y="4379976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Proactive insights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3154680" y="4892040"/>
            <a:ext cx="589788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3172968" y="4764024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getSpendForecast()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3154680" y="5276088"/>
            <a:ext cx="589788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3172968" y="5148072"/>
            <a:ext cx="586130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Forecast output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1188720" y="566013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3" name="Text 41"/>
          <p:cNvSpPr/>
          <p:nvPr/>
        </p:nvSpPr>
        <p:spPr>
          <a:xfrm>
            <a:off x="1207008" y="55321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Merged response payload</a:t>
            </a:r>
            <a:endParaRPr lang="en-US" sz="7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AI10 Query Pipeline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Deterministic financial facts first, LLM optional second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User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1460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54203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Chat UI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15468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8056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0799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Ctrl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12064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4652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7395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Service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708660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3991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Query Engine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905256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Provider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88720" y="2203704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5" name="Text 23"/>
          <p:cNvSpPr/>
          <p:nvPr/>
        </p:nvSpPr>
        <p:spPr>
          <a:xfrm>
            <a:off x="1207008" y="207568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Ask financial question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3154680" y="2587752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3172968" y="2459736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2. POST /api/v1/ai/query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5120640" y="2971800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5138928" y="2843784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processUserQuery(query)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7086600" y="3355848"/>
            <a:ext cx="196596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1" name="Text 29"/>
          <p:cNvSpPr/>
          <p:nvPr/>
        </p:nvSpPr>
        <p:spPr>
          <a:xfrm>
            <a:off x="7104888" y="322783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tryExecute(query)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667512" y="3621024"/>
            <a:ext cx="10872216" cy="768096"/>
          </a:xfrm>
          <a:prstGeom prst="roundRect">
            <a:avLst/>
          </a:prstGeom>
          <a:solidFill>
            <a:srgbClr val="0D2218">
              <a:alpha val="6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40664" y="3657600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 A: Deterministic match -&gt; exact backend tool result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7086600" y="383133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5" name="Text 33"/>
          <p:cNvSpPr/>
          <p:nvPr/>
        </p:nvSpPr>
        <p:spPr>
          <a:xfrm>
            <a:off x="7104888" y="370332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Direct grounded answer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667512" y="4096512"/>
            <a:ext cx="10872216" cy="768096"/>
          </a:xfrm>
          <a:prstGeom prst="roundRect">
            <a:avLst/>
          </a:prstGeom>
          <a:solidFill>
            <a:srgbClr val="0E1A2A">
              <a:alpha val="65000"/>
            </a:srgbClr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40664" y="4133088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 B: Need reasoning -&gt; provider plan + allowlisted tools + optional explanation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7086600" y="4306824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39" name="Text 37"/>
          <p:cNvSpPr/>
          <p:nvPr/>
        </p:nvSpPr>
        <p:spPr>
          <a:xfrm>
            <a:off x="7104888" y="4178808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8. Get validated orchestration plan</a:t>
            </a:r>
            <a:endParaRPr lang="en-US" sz="700" dirty="0"/>
          </a:p>
        </p:txBody>
      </p:sp>
      <p:sp>
        <p:nvSpPr>
          <p:cNvPr id="40" name="Shape 38"/>
          <p:cNvSpPr/>
          <p:nvPr/>
        </p:nvSpPr>
        <p:spPr>
          <a:xfrm>
            <a:off x="7086600" y="4690872"/>
            <a:ext cx="393192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1" name="Text 39"/>
          <p:cNvSpPr/>
          <p:nvPr/>
        </p:nvSpPr>
        <p:spPr>
          <a:xfrm>
            <a:off x="7104888" y="4562856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9. Plan JSON (validated)</a:t>
            </a:r>
            <a:endParaRPr lang="en-US" sz="700" dirty="0"/>
          </a:p>
        </p:txBody>
      </p:sp>
      <p:sp>
        <p:nvSpPr>
          <p:cNvPr id="42" name="Shape 40"/>
          <p:cNvSpPr/>
          <p:nvPr/>
        </p:nvSpPr>
        <p:spPr>
          <a:xfrm>
            <a:off x="7086600" y="5074920"/>
            <a:ext cx="393192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43" name="Text 41"/>
          <p:cNvSpPr/>
          <p:nvPr/>
        </p:nvSpPr>
        <p:spPr>
          <a:xfrm>
            <a:off x="7104888" y="4946904"/>
            <a:ext cx="38953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10. Optional reasoning over verified facts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5120640" y="5458968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5" name="Text 43"/>
          <p:cNvSpPr/>
          <p:nvPr/>
        </p:nvSpPr>
        <p:spPr>
          <a:xfrm>
            <a:off x="5138928" y="5330952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11. Grounded response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3154680" y="5843016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7" name="Text 45"/>
          <p:cNvSpPr/>
          <p:nvPr/>
        </p:nvSpPr>
        <p:spPr>
          <a:xfrm>
            <a:off x="3172968" y="5715000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12. Answer + followups</a:t>
            </a:r>
            <a:endParaRPr lang="en-US" sz="700" dirty="0"/>
          </a:p>
        </p:txBody>
      </p:sp>
      <p:sp>
        <p:nvSpPr>
          <p:cNvPr id="48" name="Shape 46"/>
          <p:cNvSpPr/>
          <p:nvPr/>
        </p:nvSpPr>
        <p:spPr>
          <a:xfrm>
            <a:off x="1188720" y="6227064"/>
            <a:ext cx="196596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49" name="Text 47"/>
          <p:cNvSpPr/>
          <p:nvPr/>
        </p:nvSpPr>
        <p:spPr>
          <a:xfrm>
            <a:off x="1207008" y="6099048"/>
            <a:ext cx="192938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13. Render response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6) Validation + Error Handler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Cross-cut request safety path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11201400" cy="5212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760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252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526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Validator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44653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1018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292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Controller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7419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378440" y="1581912"/>
            <a:ext cx="1280160" cy="34747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405872" y="1664208"/>
            <a:ext cx="1225296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ErrorHandler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1018520" y="1975104"/>
            <a:ext cx="0" cy="4379976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88720" y="2203704"/>
            <a:ext cx="3276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1207008" y="2075688"/>
            <a:ext cx="3240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 Send request body/query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667512" y="2468880"/>
            <a:ext cx="10872216" cy="768096"/>
          </a:xfrm>
          <a:prstGeom prst="roundRect">
            <a:avLst/>
          </a:prstGeom>
          <a:solidFill>
            <a:srgbClr val="2A190E">
              <a:alpha val="65000"/>
            </a:srgbClr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0664" y="2505456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Validation fails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465320" y="2679192"/>
            <a:ext cx="65532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4483608" y="2551176"/>
            <a:ext cx="651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3. Throw ValidationError/ZodError</a:t>
            </a:r>
            <a:endParaRPr lang="en-US" sz="700" dirty="0"/>
          </a:p>
        </p:txBody>
      </p:sp>
      <p:sp>
        <p:nvSpPr>
          <p:cNvPr id="24" name="Shape 22"/>
          <p:cNvSpPr/>
          <p:nvPr/>
        </p:nvSpPr>
        <p:spPr>
          <a:xfrm>
            <a:off x="1188720" y="3063240"/>
            <a:ext cx="9829800" cy="0"/>
          </a:xfrm>
          <a:prstGeom prst="line">
            <a:avLst/>
          </a:prstGeom>
          <a:noFill/>
          <a:ln w="12700">
            <a:solidFill>
              <a:srgbClr val="F59E0B"/>
            </a:solidFill>
            <a:prstDash val="solid"/>
            <a:headEnd type="triangl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1207008" y="2935224"/>
            <a:ext cx="97932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4. 400 with structured field errors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667512" y="3328416"/>
            <a:ext cx="10872216" cy="384048"/>
          </a:xfrm>
          <a:prstGeom prst="roundRect">
            <a:avLst/>
          </a:prstGeom>
          <a:solidFill>
            <a:srgbClr val="0D2218">
              <a:alpha val="65000"/>
            </a:srgbClr>
          </a:solidFill>
          <a:ln w="12700">
            <a:solidFill>
              <a:srgbClr val="15803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40664" y="3364992"/>
            <a:ext cx="106527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ALT: Validation passes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465320" y="3538728"/>
            <a:ext cx="3276600" cy="0"/>
          </a:xfrm>
          <a:prstGeom prst="line">
            <a:avLst/>
          </a:prstGeom>
          <a:noFill/>
          <a:ln w="12700">
            <a:solidFill>
              <a:srgbClr val="38BDF8"/>
            </a:solidFill>
            <a:prstDash val="solid"/>
            <a:headEnd type="none"/>
            <a:tailEnd type="triangle"/>
          </a:ln>
        </p:spPr>
      </p:sp>
      <p:sp>
        <p:nvSpPr>
          <p:cNvPr id="29" name="Text 27"/>
          <p:cNvSpPr/>
          <p:nvPr/>
        </p:nvSpPr>
        <p:spPr>
          <a:xfrm>
            <a:off x="4483608" y="3410712"/>
            <a:ext cx="32400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6. Continue route execution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88720" y="3922776"/>
            <a:ext cx="6553200" cy="0"/>
          </a:xfrm>
          <a:prstGeom prst="line">
            <a:avLst/>
          </a:prstGeom>
          <a:noFill/>
          <a:ln w="12700">
            <a:solidFill>
              <a:srgbClr val="22C55E"/>
            </a:solidFill>
            <a:prstDash val="solid"/>
            <a:headEnd type="triangle"/>
            <a:tailEnd type="none"/>
          </a:ln>
        </p:spPr>
      </p:sp>
      <p:sp>
        <p:nvSpPr>
          <p:cNvPr id="31" name="Text 29"/>
          <p:cNvSpPr/>
          <p:nvPr/>
        </p:nvSpPr>
        <p:spPr>
          <a:xfrm>
            <a:off x="1207008" y="3794760"/>
            <a:ext cx="651662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7. Success response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Backend Names Catalog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Explicit interfaces, services, repositories, and database tables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3566160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6276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Interfaces / Contracts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3154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IAIProvider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AIQueryRequest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AIOrchestrationPlan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AIToolCall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AIQueryResponse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AIReasoningResult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CreateTransactionDto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CreateTransactionInputDto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QueryTransactionDto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15968" y="1417320"/>
            <a:ext cx="3566160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16276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Core Services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26280" y="1901952"/>
            <a:ext cx="3154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AnalyticsService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FinancialAnalysisEngine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FinancialProfileService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ProactiveInsightsService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AIAssistantService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FinancialQueryEngine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FinancialDecisionService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FinancialContextService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083296" y="1417320"/>
            <a:ext cx="3566160" cy="4892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93608" y="1627632"/>
            <a:ext cx="3154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Repositories + DB Tables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93608" y="1901952"/>
            <a:ext cx="3154680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Repositories: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CategoryRepository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CreditCardRepository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DebtRepository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FinancialProfileRepository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GoalRepository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SubscriptionRepository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TransactionRepository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Tables: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Account, Category, Transaction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Subscription, Debt, FinancialProfile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InsightFeedback, User, QuickItem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5E7E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Budget, Goal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Current Standing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786384"/>
            <a:ext cx="11064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Architecture quality snapshot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1064240" cy="0"/>
          </a:xfrm>
          <a:prstGeom prst="line">
            <a:avLst/>
          </a:prstGeom>
          <a:noFill/>
          <a:ln w="12700">
            <a:solidFill>
              <a:srgbClr val="1E29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645920"/>
            <a:ext cx="2926080" cy="1828800"/>
          </a:xfrm>
          <a:prstGeom prst="roundRect">
            <a:avLst/>
          </a:prstGeom>
          <a:solidFill>
            <a:srgbClr val="0A2238"/>
          </a:solidFill>
          <a:ln w="12700">
            <a:solidFill>
              <a:srgbClr val="164E6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20574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67E8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6.8 / 10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023360" y="1737360"/>
            <a:ext cx="731520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Strengths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Layered backend design with good domain separation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Financial integrity logic uses atomic transaction updates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AI10 pipeline prioritizes deterministic facts before LLM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Backend TypeScript build currently passes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Current risks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Frontend build failing in runway simulator contract mismatch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Auth implementation needs production hardening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5E7E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 Large UI components indicate maintainability risk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6492240"/>
            <a:ext cx="109728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FinTrack Architecture |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FinTrack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FinTrack Architecture Sequence Diagrams (Visual)</dc:title>
  <dc:subject>FinTrack sequence diagrams</dc:subject>
  <dc:creator>GitHub Copilot</dc:creator>
  <cp:lastModifiedBy>GitHub Copilot</cp:lastModifiedBy>
  <cp:revision>1</cp:revision>
  <dcterms:created xsi:type="dcterms:W3CDTF">2026-09-13T07:26:15Z</dcterms:created>
  <dcterms:modified xsi:type="dcterms:W3CDTF">2026-09-13T07:26:15Z</dcterms:modified>
</cp:coreProperties>
</file>